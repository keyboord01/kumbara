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ama kripto yolunun önünde bir duvar var: eklenti, on iki kelime, gaz için XLM. Her adımda kullanıcı kaybediyoruz. Türkiye ilk pazar; ürün, banka havalesi alışkanlığı ve Stellar anchor'ı olan tüm yüksek enflasyonlu ekonomiler için yapıldı.</a:t>
            </a:r>
          </a:p>
          <a:p/>
          <a:p>
            <a:r>
              <a:t>EN: Per TÜİK, annual inflation was 31.5 percent in August. People want to save in dollars, but a wall stands in front of the crypto route: an extension, twelve words, XLM for gas. Every step sheds users. Türkiye is market one; the product is built for every high-inflation economy with a bank-transfer habit and a Stellar anchor.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Anchor bir yapılandırma seçimi: stellar.toml, SEP rayları, anchor'dan bağımsız köprü hesapları. Türkiye uyumdan ötürü ilk pazar; birinci dilim SCF listesindeki anchor'ları sıralar. Türkiye geçemezse pilot en üstteki pazarda açılır. İkinci pazar, ölçüt tutunca sonraki ödülün işi.</a:t>
            </a:r>
          </a:p>
          <a:p/>
          <a:p>
            <a:r>
              <a:t>EN: Kumbara is non-custodial software: it never holds lira, USDC or keys; the licensed anchor is the regulated party. The anchor is a config choice: stellar.toml, SEP rails, anchor-agnostic bridge accounts. Türkiye is market one by fit; Tranche 1 ranks the anchors on the SCF list. If Türkiye fails, the pilot launches in the top-ranked market; market two is the follow-on award.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altmışar gün, toplam altı ay ve elli dört bin sekiz yüz on dolar: tek mühendis yüzde altmış zamanla, paralel işler için yüklenici saatleri ayrı satırlarda. Birincisi zemin: anchor kısa listesi ve git/gitme, Audit Bank başvurusu, relay bütçeleri. İkincisi tehdit modeli, izleme, denetim ve düzeltmeler. Üçüncüsü seçilen pilot pazarda ana ağ; ölçüt otuz günde ortalama beş bin USDC NAV.</a:t>
            </a:r>
          </a:p>
          <a:p/>
          <a:p>
            <a:r>
              <a:t>EN: Three tranches of sixty days, six months, fifty-four thousand eight hundred ten dollars: one engineer at sixty percent, contractor hours on their own lines. First, groundwork: anchor shortlist and go/no-go, Audit Bank application, relay budgets. Second, threat model, monitoring, audit and fixes. Third, mainnet in the selected pilot market; the metric is five thousand USDC average NAV over thirty days.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