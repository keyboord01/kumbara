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 Merhaba, ben Ahmed. Kumbara, lirayla maaş alanlar için dolar birikimi: havale ile yükle, USDC olarak kasada dursun, istediğinde liraya çek. Tek anahtar bir passkey. Her şey Stellar test ağında.</a:t>
            </a:r>
          </a:p>
          <a:p/>
          <a:p>
            <a:r>
              <a:t>EN: Hi, I'm Ahmed. Kumbara is dollar savings for people paid in lira: bank transfer in, USDC in a vault, lira back out. A passkey is the only key. Everything here runs on Stellar testnet.</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 Merkez bankası kuru: 2019 sonunda bir dolar 5,94 lira, bugün 48,23. Sekiz kat. Enflasyon yüzde 31,5. 2019'da bankada bırakılan yüz bin lira bugün iki bin dolar; dolar olarak tutulsaydı on yedi bin. Dolar yolu ise borsa uygulaması, tohum kelime, gaz için XLM.</a:t>
            </a:r>
          </a:p>
          <a:p/>
          <a:p>
            <a:r>
              <a:t>EN: Central bank rate: a dollar was 5.94 lira at the end of 2019, 48.23 today. Eight times. Inflation is 31.5 percent. A hundred thousand lira left in the bank since 2019 is two thousand dollars now; kept as dollars, seventeen thousand. The dollar route means an exchange app, a seed phrase, XLM for gas.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 Dört ekran. Bir dokunuş, passkey anahtarı üretir. Lirayı her zamanki gibi IBAN'a gönderirsin. USDC olarak DeFindex kasasında durur; anahtar sende. İstediğinde kendi IBAN'ına lira olarak geri döner.</a:t>
            </a:r>
          </a:p>
          <a:p/>
          <a:p>
            <a:r>
              <a:t>EN: Four screens. One tap, a passkey makes the key. You send lira to an IBAN as you always do. It sits as USDC in a DeFindex vault; you hold the key. Lira comes back to your own IBAN whenever you want.</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 Şimdi deneyin: kodu okutun, Kumbaranı aç'a dokunun, Face ID ya da Touch ID. Hesabınız açıldı. Yükle deyin, yüz yazın; bankayı ben oynatıyorum, bir dakikaya USDC kasada. Çek deyin, lira IBAN'a döner. Kurulum yok, kelime yok, XLM yok. Test ağı, gerçek para değil. Sayaç arkamda.</a:t>
            </a:r>
          </a:p>
          <a:p/>
          <a:p>
            <a:r>
              <a:t>EN: Try it now: scan, tap Kumbaranı aç, Face ID or Touch ID. Your account exists. Tap Yükle, enter one hundred; I play the bank, and in about a minute the USDC is in the vault. Tap Çek and the lira comes back to the IBAN. No install, no words, no XLM. Testnet, not real money. The counter is behind me.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 Banka ve borsa dolarını tutar. Cüzdan anahtarı verir ama tohum kelime ve XLM ister. Kumbara anahtarı sana verir: passkey imzalar, relay ücreti öder, lisanslı anchor lirayı taşır. Kurulacak bir şey yok.</a:t>
            </a:r>
          </a:p>
          <a:p/>
          <a:p>
            <a:r>
              <a:t>EN: The bank and the exchange hold your dollars. A wallet gives you the key but demands a seed phrase and XLM. Kumbara gives you the key: a passkey signs, a relay pays the fees, a licensed anchor moves the lira. Nothing to install.</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 Beş hamle: passkey ile akıllı hesap, zincirde harcama limiti, anchor'dan IBAN, köprü hesabı USDC'yi kumbaraya iletir ve kendini kapatır, bir onayla kasaya. Bulgumuz: anchor'lar klasik hesaba öder, akıllı hesap sözleşmedir; köprü hesabı bunu çözer. Onda on eşleşme.</a:t>
            </a:r>
          </a:p>
          <a:p/>
          <a:p>
            <a:r>
              <a:t>EN: Five moves: passkey to smart account, a spending limit on-chain, an IBAN from the anchor, a bridge account that forwards the USDC and closes itself, one approval into the vault. Our finding: anchors pay classic accounts, smart accounts are contracts; the bridge account fixes that. Ten of ten matches.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 Aynı uygulama, sıradaki anchor. Yeni pazar bir anchor yapılandırması, bir çeviri, bir kur çifti; kasa, cüzdan ve köprü hesapları değişmez. Yüksek enflasyon, havale alışkanlığı, Stellar anchor'ı olan yerler: Türkiye önce, Arjantin ve Bolivya aynı listede.</a:t>
            </a:r>
          </a:p>
          <a:p/>
          <a:p>
            <a:r>
              <a:t>EN: Same app, next anchor. A new market is one anchor config, one translation, one rate pair; vault, wallet and bridge accounts do not change. High inflation, a bank-transfer habit, a Stellar anchor: Türkiye first, Argentina and Bolivia on the same list.</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 Altı gerçek tarayıcı turu CI'da, her gönderimde ve altı saatte bir üretime karşı. Yirmi beş hata ekranı. Lighthouse 94 ve üç kez 100. Kasa kurulum, yatırma ve çekme karmaları test ağında. Sırada: Sembol Cloud ana ağda, anchor görüşmeleri, etkinlikten sonra SCF.</a:t>
            </a:r>
          </a:p>
          <a:p/>
          <a:p>
            <a:r>
              <a:t>EN: Six real-browser round trips in CI, every push and every six hours against production. Twenty-five failure screens. Lighthouse 94 and three hundreds. Vault deploy, invest and divest hashes on testnet. Next: Sembol Cloud on mainnet, anchor conversations, SCF after the event.</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8.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01.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02.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03.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04.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05.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06.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07.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08.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