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ama kripto yolunun önünde bir duvar var: eklenti, on iki kelime, gaz için XLM. Her adımda kullanıcı kaybediyoruz. Türkiye ilk pazar; ürün, banka havalesi alışkanlığı ve Stellar anchor'ı olan tüm yüksek enflasyonlu ekonomiler için yapıldı.</a:t>
            </a:r>
          </a:p>
          <a:p/>
          <a:p>
            <a:r>
              <a:t>EN: Per TÜİK, annual inflation was 31.5 percent in August. People want to save in dollars, but a wall stands in front of the crypto route: an extension, twelve words, XLM for gas. Every step sheds users. Türkiye is market one; the product is built for every high-inflation economy with a bank-transfer habit and a Stellar anchor.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Anchor bir yapılandırma seçimi: stellar.toml, SEP rayları, anchor'dan bağımsız köprü hesapları. Türkiye uyumdan ötürü ilk pazar; birinci dilim SCF listesindeki anchor'ları sıralar. Türkiye geçemezse pilot en üstteki pazarda açılır. İkinci pazar, ölçüt tutunca sonraki ödülün işi.</a:t>
            </a:r>
          </a:p>
          <a:p/>
          <a:p>
            <a:r>
              <a:t>EN: Kumbara is non-custodial software: it never holds lira, USDC or keys; the licensed anchor is the regulated party. The anchor is a config choice: stellar.toml, SEP rails, anchor-agnostic bridge accounts. Türkiye is market one by fit; Tranche 1 ranks the anchors on the SCF list. If Türkiye fails, the pilot launches in the top-ranked market; market two is the follow-on.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altmışar gün. Birincisi cüzdan katmanı ve relay sertleştirme, hepsi benim elimde: tek işlemle açılış, passkey-react 0.4, relay ana ağ sertleştirmesi, anchor kısa listesi ve git/gitme. İkincisi seçilen anchor bağlı, STRIDE tehdit modeli, izleme, denetim ve düzeltmeler, kapalı ana ağ yolu. Üçüncüsü pilot pazarda ana ağ, elli ile yüz kişilik pilot, nöbet, otuz günlük ölçüt penceresi.</a:t>
            </a:r>
          </a:p>
          <a:p/>
          <a:p>
            <a:r>
              <a:t>EN: Three tranches of sixty days. First, wallet layer and relay hardening, all in my control: single-transaction onboarding, passkey-react 0.4, relay mainnet hardening, the anchor shortlist and go/no-go. Second, the selected anchor wired in, STRIDE threat model, monitoring, audit and fixes, a capped mainnet path. Third, mainnet in the pilot market, fifty to a hundred pilot users, the thirty-day window.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Yüz yedi bin üç yüz dolar; her dolar saat. Tam zamanlı çalışıyorum, saatte doksan beş dolar, dilim başına üç yüz kırk saat. Yüklenici kapasitesi yüz altmış saat, saatte altmış beş dolar; hiçbir kapı işe alıma bağlı değil. Ölçüt: açılıştan sonraki otuz günde ortalama iki bin beş yüz USDC NAV; yüz kullanıcı, elli USDC, yüzde elli kalış.</a:t>
            </a:r>
          </a:p>
          <a:p/>
          <a:p>
            <a:r>
              <a:t>EN: One hundred seven thousand three hundred dollars, every dollar hours. I work full-time at ninety-five an hour, three hundred forty hours per tranche. Hired capacity is one hundred sixty hours at sixty-five; no gate depends on a hire. Metric: average NAV of two thousand five hundred USDC over the thirty days after launch; a hundred users, fifty USDC, half retained.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Referans için satır satır saatler: yirmi satır, bin yüz seksen saat. Her satırda kimin yaptığı, kaç saat, kaç dolar ve gözden geçirenlerin nasıl doğrulayacağı yazıyor. Yüklenici satırları ayrı işaretli; işe alım gelmezse satır faturalanmaz ve dilim benim satırlarımla kapanır.</a:t>
            </a:r>
          </a:p>
          <a:p/>
          <a:p>
            <a:r>
              <a:t>EN: Line-by-line hours for reference: twenty lines, one thousand one hundred eighty hours. Each line says who does it, how many hours, how many dollars and how reviewers verify it. Hired lines are marked separately; if a hire does not land, the line is unbilled and the tranche closes on my own lines.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