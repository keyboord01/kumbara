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Merhaba, biz Kumbara ekibiyiz: Ahmed Murshed, Kutay Sarı, Ben Luelo; üç mühendis, hepsi Stellar üzerinde üretiyor. Kumbara, lirayla maaş alanlar için dolar birikimi: havale ile yükle, USDC olarak kasada dursun, istediğinde liraya çek. Tek anahtar bir passkey. Her şey Stellar test ağında.</a:t>
            </a:r>
          </a:p>
          <a:p/>
          <a:p>
            <a:r>
              <a:t>EN: Hi, we are the Kumbara team: Ahmed Murshed, Kutay Sarı and Ben Luelo, three engineers, all shipping on Stellar. Kumbara is dollar savings for people paid in lira: bank transfer in, USDC in a vault, lira back out. A passkey is the only key. Everything here runs on Stellar testnet.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Merkez bankası kuru: 2019 sonunda bir dolar 5,94 lira, bugün 48,23. Sekiz kat. Enflasyon yüzde 31,5. 2019'da bankada bırakılan yüz bin lira bugün iki bin dolar; dolar olarak tutulsaydı on yedi bin. Dolar yolu ise borsa uygulaması, tohum kelime, gaz için XLM.</a:t>
            </a:r>
          </a:p>
          <a:p/>
          <a:p>
            <a:r>
              <a:t>EN: Central bank rate: a dollar was 5.94 lira at the end of 2019, 48.23 today. Eight times. Inflation is 31.5 percent. A hundred thousand lira left in the bank since 2019 is two thousand dollars now; kept as dollars, seventeen thousand. The dollar route means an exchange app, a seed phrase, XLM for gas.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Dört ekran. Bir dokunuş, passkey anahtarı üretir. Lirayı her zamanki gibi IBAN'a gönderirsin. USDC olarak DeFindex kasasında durur; anahtar sende. İstediğinde kendi IBAN'ına lira olarak geri döner.</a:t>
            </a:r>
          </a:p>
          <a:p/>
          <a:p>
            <a:r>
              <a:t>EN: Four screens. One tap, a passkey makes the key. You send lira to an IBAN as you always do. It sits as USDC in a DeFindex vault; you hold the key. Lira comes back to your own IBAN whenever you want.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Şimdi deneyin: kodu okutun, Kumbaranı aç'a dokunun, Face ID ya da Touch ID. Hesabınız açıldı. Yükle deyin, yüz yazın; bankayı ben oynatıyorum, bir dakikaya USDC kasada. Çek deyin, lira IBAN'a döner. Kurulum yok, kelime yok, XLM yok. Test ağı, gerçek para değil. Sayaç arkamda.</a:t>
            </a:r>
          </a:p>
          <a:p/>
          <a:p>
            <a:r>
              <a:t>EN: Try it now: scan, tap Kumbaranı aç, Face ID or Touch ID. Your account exists. Tap Yükle, enter one hundred; I play the bank, and in about a minute the USDC is in the vault. Tap Çek and the lira comes back to the IBAN. No install, no words, no XLM. Testnet, not real money. The counter is behind 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Paranızı kim tutuyor? Bankada banka, borsada borsa; tohum kelimeli cüzdanda ve Kumbara'da siz. Fark ödevde: cüzdan on iki kelime, gaz için XLM ve kurulum ister; lira giriş çıkışı anchor desteğine bağlıdır. Kumbara'da passkey imzalar, relay ücreti öder, lisanslı anchor lirayı taşır; kurulacak bir şey yok.</a:t>
            </a:r>
          </a:p>
          <a:p/>
          <a:p>
            <a:r>
              <a:t>EN: Who holds your money? At the bank, the bank; at the exchange, the exchange; with a seed-phrase wallet and with Kumbara, you. The difference is the homework: a wallet demands twelve words, XLM for gas and an install, and lira in and out depends on its anchor support. With Kumbara a passkey signs, a relay pays the fees, a licensed anchor moves the lira; nothing to install.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Beş hamle: passkey akıllı hesabı açar, limit zincire yazılır, anchor IBAN verir, geçici hesap USDC'yi iletir, bir onayla kasa. Köprü: anchor yalnızca normal bir Stellar hesabına ödeyebilir. Para gelmeden önce yalnızca iki işlemi imzalanmış geçici bir hesap yaratırız: ilet, sonra kapan. Biz dahil kimse yönünü değiştiremez. Emanet yok, bize güven gerekmiyor.</a:t>
            </a:r>
          </a:p>
          <a:p/>
          <a:p>
            <a:r>
              <a:t>EN: Five moves: a passkey opens the smart account, the limit is written on-chain, the anchor issues an IBAN, a temporary account forwards the USDC, one approval into the vault. The bridge: the anchor can only pay a normal Stellar account. We create a temporary account whose only two transactions are signed before any money arrives: forward, then close. Nobody, including us, can redirect it. No custody, no trust in us.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Aynı uygulama, sıradaki anchor. Türkiye bugün sandbox anchor'la; Arjantin ve Bolivya Koywe ile listede, API bir iki hafta. Ana ağdan önce anchor'ı seçeriz: lisanslı, kendi banka hesabına ödeyen, emanet almayan uygulamaya yazılı teyit veren. TRY anchor'ı uyarsa Türkiye; yoksa Koywe ile Arjantin. İki durumda da aynı uygulama.</a:t>
            </a:r>
          </a:p>
          <a:p/>
          <a:p>
            <a:r>
              <a:t>EN: Same app, next anchor. Türkiye runs on a sandbox anchor today; Argentina and Bolivia are on the list through Koywe, API in one to two weeks. Before mainnet we pick the anchor: licensed, pays your own bank account, confirms in writing that a non-custodial app can integrate. Türkiye if a TRY anchor qualifies; otherwise Argentina on Koywe. Same app either way.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 Kullanıcılar ve işlemler, hepsi zincirde: üç kumbara açıldı, iki yükleme, çekim yok, kasada 208 USDC; test hesapları sayılmadı. Her sayının bağlantısı ekranda. 19–20 Eylül'de bunlar stant sayıları olacak. Sırada: Sembol Cloud v0 ana ağda, anchor görüşmeleri, etkinlikten sonra SCF Integration Track.</a:t>
            </a:r>
          </a:p>
          <a:p/>
          <a:p>
            <a:r>
              <a:t>EN: Users and transactions, all on chain: three kumbaras opened, two deposits, no withdrawals, 208 USDC in the vault; test accounts excluded. Every number links. On 19–20 September these become the booth numbers. Next: Sembol Cloud v0 on mainnet, anchor conversations, the SCF Integration Track after the event.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