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Per TÜİK,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IBAN'ına öder. Türkiye'de ödeme özelliği yok. MASAK kuralları arayüzü şekillendirir. Türkiye hukuki görüşü kendi bütçemizden; ana ağ onu bekler.</a:t>
            </a:r>
          </a:p>
          <a:p/>
          <a:p>
            <a:r>
              <a:t>EN: Kumbara is non-custodial software: it never holds lira, USDC or keys. The licensed anchor is the regulated party; it holds the fiat, does KYC, and pays out to the person's own IBAN. No payments feature in Türkiye. MASAK rules shape the interface. The Turkish legal opinion is self-funded; mainnet waits for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toplam altı ay. Birincisi zemin: SEP'e hazır anchor seçimi, Audit Bank başvurusu, relay bütçeleri, dağıtım belgeleri. İkincisi test ağı tam ve güvenli: STRIDE tehdit modeli, izleme planı, denetim ve düzeltmeler. Üçüncüsü ana ağ ve açık pilot; ölçüt kasadaki NAV, otuz gün. Her satırın maliyeti ve doğrulaması ekranda.</a:t>
            </a:r>
          </a:p>
          <a:p/>
          <a:p>
            <a:r>
              <a:t>EN: Three tranches, six months in total. First, groundwork: a SEP-ready anchor chosen, the Audit Bank application, relay budgets, deployment docs. Second, testnet-complete and secured: STRIDE threat model, monitoring plan, audit and fixes. Third, mainnet launch and public pilot; the metric is vault NAV over thirty days. Every line has a cost and a way to verify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