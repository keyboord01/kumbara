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harcama limiti, DeFindex kasası ve hodl stratejisi, SEP tabanlı anchor, ücret sponsoru relay, Reflector kuru. Passkey ile cüzdan açılışını düzelten yamamız smart-account-kit'e üst akımda birleşti ve 0.6.2 ile yayınlandı.</a:t>
            </a:r>
          </a:p>
          <a:p/>
          <a:p>
            <a:r>
              <a:t>EN: Kumbara writes no wallet, vault or strategy code. OpenZeppelin smart account and spending limit, DeFindex vault and hodl strategy, the SEP-based anchor, a fee-sponsoring relay, Reflector for the rate. Our fix for passkey wallet creation was merged upstream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 gelecek.</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arrive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birinci dilimde bütçelendi.</a:t>
            </a:r>
          </a:p>
          <a:p/>
          <a:p>
            <a:r>
              <a:t>EN: Kumbara is non-custodial software: it never holds lira, USDC or keys. The licensed anchor is the regulated party; it holds the fiat, does KYC, and pays out to the person's own IBAN. No payments feature in Türkiye. MASAK rules shape the interface. A Turkish legal opinion is budgeted in Tranche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dilim, her biri en çok doksan gün. Hukuki görüş ve anchor anlaşması; ana ağ denetimi; lisanslı anchor ile açık pilot ve zincir üstü metrik olarak kasadaki NAV; yerel mobil SDK. Genişleme filtresi: yüksek enflasyon ve lisanslı bir Stellar anchor'ı. Entegrasyon parkurunda tam bu için başvuruyoruz.</a:t>
            </a:r>
          </a:p>
          <a:p/>
          <a:p>
            <a:r>
              <a:t>EN: Four tranches, ninety days each at most. Legal opinion and the anchor agreement; the mainnet audit; a public pilot with the licensed anchor, with vault NAV as the on-chain metric; a native mobile SDK. The expansion filter: high inflation plus a licensed Stellar anchor. We are applying on the Integration Track for exactly this.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